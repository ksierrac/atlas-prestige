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71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7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19FB2-3AAB-4D03-B13A-2960828C78E3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16976-5D93-46E4-A98A-FAD63E4D0EA8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9F4F5-F4D2-4D2A-AB60-88D37ADCB869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3BC6CE-6D1E-47E5-8859-F31AC5380EB2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4E7C4-4DA4-404D-9965-B13F2DD7D8BF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FB7AA-4A53-424F-AD41-70827B6504BA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84882-FB12-4BC8-9960-9AD8104D7FAE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1BD23-6E54-4D9D-AD88-A2813C73CC25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71A834-4F3C-4AF9-9C74-05EC35A0F292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80C674-7DFC-42FE-B9CD-82963CDB1557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76456F-F47D-4F25-8053-2A695DA0CA7D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6C7379-69CC-4837-9905-BEBA22830C8A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B8B7E-8AEE-4F10-BFEE-C999AD004D36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68F3F9-58BC-440B-B37B-805B9055EF92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A53AF-48EA-489D-8260-9DCAB666386A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ED02AE-B9A4-47BD-AF8E-97E16144138B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FD78B-DB02-4362-BCDC-98A55456977C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51CF1133-3259-4C45-BABA-5B62D9C6F78D}" type="datetimeFigureOut">
              <a:rPr lang="en-US" dirty="0"/>
              <a:t>4/25/2016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17249" y="4331469"/>
            <a:ext cx="6191251" cy="1763450"/>
          </a:xfrm>
        </p:spPr>
        <p:txBody>
          <a:bodyPr/>
          <a:lstStyle/>
          <a:p>
            <a:pPr algn="l"/>
            <a:r>
              <a:rPr lang="en-US" dirty="0"/>
              <a:t>Project Manager: Victoria Donelson</a:t>
            </a:r>
          </a:p>
          <a:p>
            <a:pPr algn="l"/>
            <a:r>
              <a:rPr lang="en-US" dirty="0"/>
              <a:t>Technical Lead: Sierra Cockerill</a:t>
            </a:r>
          </a:p>
          <a:p>
            <a:pPr algn="l"/>
            <a:r>
              <a:rPr lang="en-US" dirty="0"/>
              <a:t>Quality Assurance: Bryan </a:t>
            </a:r>
            <a:r>
              <a:rPr lang="en-US" dirty="0" err="1"/>
              <a:t>Silinski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5287" y="2424197"/>
            <a:ext cx="3803299" cy="3670722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756" y="536649"/>
            <a:ext cx="7621311" cy="3743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714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initial problem…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0000" y="2416175"/>
            <a:ext cx="10233800" cy="4351338"/>
          </a:xfrm>
        </p:spPr>
        <p:txBody>
          <a:bodyPr/>
          <a:lstStyle/>
          <a:p>
            <a:r>
              <a:rPr lang="en-US" dirty="0"/>
              <a:t>No other useful apps for UNCW campus</a:t>
            </a:r>
          </a:p>
          <a:p>
            <a:r>
              <a:rPr lang="en-US" dirty="0"/>
              <a:t>UNCW information scattered around website</a:t>
            </a:r>
          </a:p>
          <a:p>
            <a:r>
              <a:rPr lang="en-US" dirty="0"/>
              <a:t>Bus route website is inconvenient</a:t>
            </a:r>
          </a:p>
          <a:p>
            <a:r>
              <a:rPr lang="en-US" dirty="0"/>
              <a:t>“Interactive” campus map is difficult to use, especially on mobile</a:t>
            </a:r>
          </a:p>
          <a:p>
            <a:r>
              <a:rPr lang="en-US" dirty="0"/>
              <a:t>Google Maps walking directions are typically inaccurate</a:t>
            </a:r>
          </a:p>
        </p:txBody>
      </p:sp>
    </p:spTree>
    <p:extLst>
      <p:ext uri="{BB962C8B-B14F-4D97-AF65-F5344CB8AC3E}">
        <p14:creationId xmlns:p14="http://schemas.microsoft.com/office/powerpoint/2010/main" val="29279247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713" y="79615"/>
            <a:ext cx="3932237" cy="1600200"/>
          </a:xfrm>
        </p:spPr>
        <p:txBody>
          <a:bodyPr>
            <a:normAutofit/>
          </a:bodyPr>
          <a:lstStyle/>
          <a:p>
            <a:r>
              <a:rPr lang="en-US" sz="4000" dirty="0"/>
              <a:t>Work breakdown</a:t>
            </a:r>
          </a:p>
        </p:txBody>
      </p:sp>
      <p:pic>
        <p:nvPicPr>
          <p:cNvPr id="5" name="Picture 4" descr="WBS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1950" y="295275"/>
            <a:ext cx="7728585" cy="628269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43794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3063" y="64360"/>
            <a:ext cx="4992567" cy="1600200"/>
          </a:xfrm>
        </p:spPr>
        <p:txBody>
          <a:bodyPr/>
          <a:lstStyle/>
          <a:p>
            <a:r>
              <a:rPr lang="en-US" sz="4000" dirty="0"/>
              <a:t>Responsibility</a:t>
            </a:r>
            <a:r>
              <a:rPr lang="en-US" dirty="0"/>
              <a:t> </a:t>
            </a:r>
            <a:r>
              <a:rPr lang="en-US" sz="4000" dirty="0"/>
              <a:t>Matrix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194047"/>
              </p:ext>
            </p:extLst>
          </p:nvPr>
        </p:nvGraphicFramePr>
        <p:xfrm>
          <a:off x="5383025" y="262760"/>
          <a:ext cx="4784644" cy="62431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077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42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4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83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724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 dirty="0">
                          <a:effectLst/>
                        </a:rPr>
                        <a:t>Task</a:t>
                      </a:r>
                      <a:endParaRPr lang="en-US" sz="1000" kern="1000" dirty="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Sierra Cockerill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Victoria Donelson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Bryan Silinski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Project Manager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Quality Assurance Lead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Technical Lead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Project Objective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Project Scope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Success Criteria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7244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Collaboration with Stakeholders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 dirty="0">
                          <a:effectLst/>
                        </a:rPr>
                        <a:t> </a:t>
                      </a:r>
                      <a:endParaRPr lang="en-US" sz="1000" kern="1000" dirty="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 dirty="0">
                          <a:effectLst/>
                        </a:rPr>
                        <a:t>Work Breakdown</a:t>
                      </a:r>
                      <a:endParaRPr lang="en-US" sz="1000" kern="1000" dirty="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Project Resources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Responsibility Matrix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GANTT Chart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PERT Chart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Cost Estimation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Risk Plan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Project Monitoring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Control Mechanisms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Major Software Functions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Use Case Diagrams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Use Case Descriptions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Activity Diagrams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Sequence Diagrams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Requirements Class Models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Prototype Description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Data Dictionary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Limitations and Constraints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Non-functional Requirements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Problems Encountered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Bibliography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 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Software Design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Implementation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  <a:tr h="183622">
                <a:tc>
                  <a:txBody>
                    <a:bodyPr/>
                    <a:lstStyle/>
                    <a:p>
                      <a:pPr marL="0" marR="0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 dirty="0">
                          <a:effectLst/>
                        </a:rPr>
                        <a:t>Testing</a:t>
                      </a:r>
                      <a:endParaRPr lang="en-US" sz="1000" kern="1000" dirty="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>
                          <a:effectLst/>
                        </a:rPr>
                        <a:t>X</a:t>
                      </a:r>
                      <a:endParaRPr lang="en-US" sz="1000" kern="100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2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</a:pPr>
                      <a:r>
                        <a:rPr lang="en-US" sz="1000" kern="1000" dirty="0">
                          <a:effectLst/>
                        </a:rPr>
                        <a:t>X</a:t>
                      </a:r>
                      <a:endParaRPr lang="en-US" sz="1000" kern="1000" dirty="0">
                        <a:solidFill>
                          <a:srgbClr val="595959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62" marR="53962" marT="0" marB="0"/>
                </a:tc>
                <a:extLst>
                  <a:ext uri="{0D108BD9-81ED-4DB2-BD59-A6C34878D82A}">
                    <a16:rowId xmlns:a16="http://schemas.microsoft.com/office/drawing/2014/main" val="100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9474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16" y="104842"/>
            <a:ext cx="6947187" cy="332898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16" y="3520090"/>
            <a:ext cx="6947187" cy="3273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8727" y="392682"/>
            <a:ext cx="44453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Original Gantt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400" y="3860500"/>
            <a:ext cx="37657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Final Gantt Chart</a:t>
            </a:r>
          </a:p>
        </p:txBody>
      </p:sp>
    </p:spTree>
    <p:extLst>
      <p:ext uri="{BB962C8B-B14F-4D97-AF65-F5344CB8AC3E}">
        <p14:creationId xmlns:p14="http://schemas.microsoft.com/office/powerpoint/2010/main" val="1690645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490" y="82130"/>
            <a:ext cx="3756114" cy="1600200"/>
          </a:xfrm>
        </p:spPr>
        <p:txBody>
          <a:bodyPr>
            <a:normAutofit/>
          </a:bodyPr>
          <a:lstStyle/>
          <a:p>
            <a:r>
              <a:rPr lang="en-US" sz="4000" dirty="0"/>
              <a:t>Use Case Diagram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2226" y="361950"/>
            <a:ext cx="8193722" cy="610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69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24" y="1495787"/>
            <a:ext cx="11211926" cy="5003483"/>
          </a:xfrm>
          <a:prstGeom prst="rect">
            <a:avLst/>
          </a:prstGeom>
        </p:spPr>
      </p:pic>
      <p:sp>
        <p:nvSpPr>
          <p:cNvPr id="3" name="Title 1"/>
          <p:cNvSpPr txBox="1">
            <a:spLocks/>
          </p:cNvSpPr>
          <p:nvPr/>
        </p:nvSpPr>
        <p:spPr>
          <a:xfrm>
            <a:off x="503824" y="566289"/>
            <a:ext cx="4904938" cy="1600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Architectural Design</a:t>
            </a:r>
          </a:p>
        </p:txBody>
      </p:sp>
    </p:spTree>
    <p:extLst>
      <p:ext uri="{BB962C8B-B14F-4D97-AF65-F5344CB8AC3E}">
        <p14:creationId xmlns:p14="http://schemas.microsoft.com/office/powerpoint/2010/main" val="2208890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/>
          </p:cNvSpPr>
          <p:nvPr/>
        </p:nvSpPr>
        <p:spPr>
          <a:xfrm>
            <a:off x="0" y="114300"/>
            <a:ext cx="4559882" cy="1600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/>
              <a:t>UML Class Model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300" y="38100"/>
            <a:ext cx="8242300" cy="677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769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6913" y="171449"/>
            <a:ext cx="3932237" cy="523875"/>
          </a:xfrm>
        </p:spPr>
        <p:txBody>
          <a:bodyPr>
            <a:noAutofit/>
          </a:bodyPr>
          <a:lstStyle/>
          <a:p>
            <a:r>
              <a:rPr lang="en-US" sz="4000" dirty="0"/>
              <a:t>Activity Diagram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975" y="762000"/>
            <a:ext cx="11191875" cy="5953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4769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-561975"/>
            <a:ext cx="4490768" cy="1600200"/>
          </a:xfrm>
        </p:spPr>
        <p:txBody>
          <a:bodyPr>
            <a:normAutofit/>
          </a:bodyPr>
          <a:lstStyle/>
          <a:p>
            <a:r>
              <a:rPr lang="en-US" sz="4000" dirty="0"/>
              <a:t>Sequence Diagram</a:t>
            </a:r>
          </a:p>
        </p:txBody>
      </p:sp>
      <p:pic>
        <p:nvPicPr>
          <p:cNvPr id="5" name="Picture 4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1167536"/>
            <a:ext cx="11285220" cy="5375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226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Effort Expended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Lines of code: Total = 1,824</a:t>
            </a:r>
          </a:p>
          <a:p>
            <a:pPr lvl="1"/>
            <a:r>
              <a:rPr lang="en-US" dirty="0"/>
              <a:t>Java: 854</a:t>
            </a:r>
          </a:p>
          <a:p>
            <a:pPr lvl="1"/>
            <a:r>
              <a:rPr lang="en-US" dirty="0"/>
              <a:t>XML: 380</a:t>
            </a:r>
          </a:p>
          <a:p>
            <a:pPr lvl="1"/>
            <a:r>
              <a:rPr lang="en-US" dirty="0"/>
              <a:t>Text data: 590</a:t>
            </a:r>
          </a:p>
          <a:p>
            <a:r>
              <a:rPr lang="en-US" dirty="0"/>
              <a:t>9 Java classes, 7 text files, 7 XML layout files, 58 images/icons</a:t>
            </a:r>
          </a:p>
          <a:p>
            <a:r>
              <a:rPr lang="en-US" dirty="0"/>
              <a:t>17 methods</a:t>
            </a:r>
          </a:p>
          <a:p>
            <a:r>
              <a:rPr lang="en-US" dirty="0"/>
              <a:t>222 lines of comments!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03952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Testing method: Validation</a:t>
            </a:r>
          </a:p>
          <a:p>
            <a:r>
              <a:rPr lang="en-US" dirty="0"/>
              <a:t>Repeated test phases after each major function was finished</a:t>
            </a:r>
          </a:p>
          <a:p>
            <a:r>
              <a:rPr lang="en-US" dirty="0"/>
              <a:t>Interesting bugs we had to fix: </a:t>
            </a:r>
          </a:p>
          <a:p>
            <a:pPr lvl="1"/>
            <a:r>
              <a:rPr lang="en-US" dirty="0"/>
              <a:t>Directions led through the pond</a:t>
            </a:r>
          </a:p>
          <a:p>
            <a:pPr lvl="1"/>
            <a:r>
              <a:rPr lang="en-US" dirty="0"/>
              <a:t>Could not get directions multiple times in a row</a:t>
            </a:r>
          </a:p>
        </p:txBody>
      </p:sp>
    </p:spTree>
    <p:extLst>
      <p:ext uri="{BB962C8B-B14F-4D97-AF65-F5344CB8AC3E}">
        <p14:creationId xmlns:p14="http://schemas.microsoft.com/office/powerpoint/2010/main" val="4936172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Professional, Legal, Ethical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0000" y="1825625"/>
            <a:ext cx="7433450" cy="4351338"/>
          </a:xfrm>
        </p:spPr>
        <p:txBody>
          <a:bodyPr/>
          <a:lstStyle/>
          <a:p>
            <a:r>
              <a:rPr lang="en-US" dirty="0"/>
              <a:t>Warns about privacy/location and device access</a:t>
            </a:r>
          </a:p>
          <a:p>
            <a:r>
              <a:rPr lang="en-US" dirty="0"/>
              <a:t> Did not ask permission to use WAVE bus tracking resources</a:t>
            </a:r>
          </a:p>
          <a:p>
            <a:r>
              <a:rPr lang="en-US" dirty="0"/>
              <a:t>Not storing login details or user information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8851" y="1485106"/>
            <a:ext cx="2830711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2756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Made several changes to improve code efficiency</a:t>
            </a:r>
          </a:p>
          <a:p>
            <a:r>
              <a:rPr lang="en-US" dirty="0"/>
              <a:t>Value of reliable team members</a:t>
            </a:r>
          </a:p>
          <a:p>
            <a:r>
              <a:rPr lang="en-US" dirty="0"/>
              <a:t>Using new tools – Android Studio and Google Maps API</a:t>
            </a:r>
          </a:p>
          <a:p>
            <a:r>
              <a:rPr lang="en-US" dirty="0"/>
              <a:t>Structured planning and testing process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9515337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</TotalTime>
  <Words>323</Words>
  <Application>Microsoft Office PowerPoint</Application>
  <PresentationFormat>Widescreen</PresentationFormat>
  <Paragraphs>169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Cambria</vt:lpstr>
      <vt:lpstr>Corbel</vt:lpstr>
      <vt:lpstr>Times New Roman</vt:lpstr>
      <vt:lpstr>Depth</vt:lpstr>
      <vt:lpstr>PowerPoint Presentation</vt:lpstr>
      <vt:lpstr>The initial problem…</vt:lpstr>
      <vt:lpstr>Work breakdown</vt:lpstr>
      <vt:lpstr>Responsibility Matrix</vt:lpstr>
      <vt:lpstr>PowerPoint Presentation</vt:lpstr>
      <vt:lpstr>Use Case Diagram</vt:lpstr>
      <vt:lpstr>PowerPoint Presentation</vt:lpstr>
      <vt:lpstr>PowerPoint Presentation</vt:lpstr>
      <vt:lpstr>Activity Diagram</vt:lpstr>
      <vt:lpstr>Sequence Diagram</vt:lpstr>
      <vt:lpstr>Effort Expended</vt:lpstr>
      <vt:lpstr>Testing</vt:lpstr>
      <vt:lpstr>Professional, Legal, Ethical Issues</vt:lpstr>
      <vt:lpstr>Lessons Learned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Sierra Cockerill</dc:creator>
  <cp:lastModifiedBy>Bryan Silinski</cp:lastModifiedBy>
  <cp:revision>12</cp:revision>
  <dcterms:created xsi:type="dcterms:W3CDTF">2016-04-23T19:27:57Z</dcterms:created>
  <dcterms:modified xsi:type="dcterms:W3CDTF">2016-04-25T05:09:39Z</dcterms:modified>
</cp:coreProperties>
</file>