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1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4/23/2016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7249" y="4331469"/>
            <a:ext cx="6191251" cy="1763450"/>
          </a:xfrm>
        </p:spPr>
        <p:txBody>
          <a:bodyPr/>
          <a:lstStyle/>
          <a:p>
            <a:pPr algn="l"/>
            <a:r>
              <a:rPr lang="en-US" dirty="0" smtClean="0"/>
              <a:t>Project Manager: Victoria Donelson</a:t>
            </a:r>
          </a:p>
          <a:p>
            <a:pPr algn="l"/>
            <a:r>
              <a:rPr lang="en-US" dirty="0" smtClean="0"/>
              <a:t>Technical Lead: Sierra Cockerill</a:t>
            </a:r>
          </a:p>
          <a:p>
            <a:pPr algn="l"/>
            <a:r>
              <a:rPr lang="en-US" dirty="0" smtClean="0"/>
              <a:t>Quality Assurance: Bryan </a:t>
            </a:r>
            <a:r>
              <a:rPr lang="en-US" dirty="0" err="1" smtClean="0"/>
              <a:t>Silinski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287" y="2424197"/>
            <a:ext cx="3803299" cy="367072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756" y="536649"/>
            <a:ext cx="7621311" cy="374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71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initial problem…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2416175"/>
            <a:ext cx="10233800" cy="4351338"/>
          </a:xfrm>
        </p:spPr>
        <p:txBody>
          <a:bodyPr/>
          <a:lstStyle/>
          <a:p>
            <a:r>
              <a:rPr lang="en-US" dirty="0" smtClean="0"/>
              <a:t>No other useful apps for UNCW campus</a:t>
            </a:r>
          </a:p>
          <a:p>
            <a:r>
              <a:rPr lang="en-US" dirty="0" smtClean="0"/>
              <a:t>UNCW information scattered around website</a:t>
            </a:r>
          </a:p>
          <a:p>
            <a:r>
              <a:rPr lang="en-US" dirty="0" smtClean="0"/>
              <a:t>Bus route website is inconvenient</a:t>
            </a:r>
          </a:p>
          <a:p>
            <a:r>
              <a:rPr lang="en-US" dirty="0" smtClean="0"/>
              <a:t>“Interactive” campus map is difficult to use, especially on mobile</a:t>
            </a:r>
          </a:p>
          <a:p>
            <a:r>
              <a:rPr lang="en-US" dirty="0" smtClean="0"/>
              <a:t>Google Maps walking directions are typically inaccurate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92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713" y="79615"/>
            <a:ext cx="3932237" cy="16002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Work breakdown</a:t>
            </a:r>
            <a:endParaRPr lang="en-US" sz="4000" dirty="0"/>
          </a:p>
        </p:txBody>
      </p:sp>
      <p:pic>
        <p:nvPicPr>
          <p:cNvPr id="5" name="Picture 4" descr="WBS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950" y="295275"/>
            <a:ext cx="7728585" cy="62826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3794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063" y="64360"/>
            <a:ext cx="4992567" cy="1600200"/>
          </a:xfrm>
        </p:spPr>
        <p:txBody>
          <a:bodyPr/>
          <a:lstStyle/>
          <a:p>
            <a:r>
              <a:rPr lang="en-US" sz="4000" dirty="0" smtClean="0"/>
              <a:t>Responsibility</a:t>
            </a:r>
            <a:r>
              <a:rPr lang="en-US" dirty="0" smtClean="0"/>
              <a:t> </a:t>
            </a:r>
            <a:r>
              <a:rPr lang="en-US" sz="4000" dirty="0" smtClean="0"/>
              <a:t>Matrix</a:t>
            </a:r>
            <a:endParaRPr lang="en-US" sz="40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94047"/>
              </p:ext>
            </p:extLst>
          </p:nvPr>
        </p:nvGraphicFramePr>
        <p:xfrm>
          <a:off x="5383025" y="262760"/>
          <a:ext cx="4784644" cy="62431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7733"/>
                <a:gridCol w="1034274"/>
                <a:gridCol w="1034274"/>
                <a:gridCol w="908363"/>
              </a:tblGrid>
              <a:tr h="3672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 dirty="0">
                          <a:effectLst/>
                        </a:rPr>
                        <a:t>Task</a:t>
                      </a:r>
                      <a:endParaRPr lang="en-US" sz="1000" kern="1000" dirty="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Sierra Cockerill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Victoria Donelson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Bryan Silinski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Project Manager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Quality Assurance Lead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Technical Lead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Project Objective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Project Scope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Success Criteria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367244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Collaboration with Stakeholders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 dirty="0">
                          <a:effectLst/>
                        </a:rPr>
                        <a:t> </a:t>
                      </a:r>
                      <a:endParaRPr lang="en-US" sz="1000" kern="1000" dirty="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 dirty="0">
                          <a:effectLst/>
                        </a:rPr>
                        <a:t>Work Breakdown</a:t>
                      </a:r>
                      <a:endParaRPr lang="en-US" sz="1000" kern="1000" dirty="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Project Resources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Responsibility Matrix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GANTT Chart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PERT Chart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Cost Estimation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Risk Plan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Project Monitoring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Control Mechanisms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Major Software Functions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Use Case Diagrams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Use Case Descriptions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Activity Diagrams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Sequence Diagrams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Requirements Class Models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Prototype Description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Data Dictionary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Limitations and Constraints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Non-functional Requirements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Problems Encountered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Bibliography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 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Software Design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Implementation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  <a:tr h="183622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 dirty="0">
                          <a:effectLst/>
                        </a:rPr>
                        <a:t>Testing</a:t>
                      </a:r>
                      <a:endParaRPr lang="en-US" sz="1000" kern="1000" dirty="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>
                          <a:effectLst/>
                        </a:rPr>
                        <a:t>X</a:t>
                      </a:r>
                      <a:endParaRPr lang="en-US" sz="1000" kern="100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0" dirty="0">
                          <a:effectLst/>
                        </a:rPr>
                        <a:t>X</a:t>
                      </a:r>
                      <a:endParaRPr lang="en-US" sz="1000" kern="1000" dirty="0">
                        <a:solidFill>
                          <a:srgbClr val="595959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962" marR="5396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947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516" y="104842"/>
            <a:ext cx="6947187" cy="33289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516" y="3520090"/>
            <a:ext cx="6947187" cy="32734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8727" y="392682"/>
            <a:ext cx="44453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Original Gantt Chart</a:t>
            </a:r>
            <a:endParaRPr lang="en-US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838400" y="3860500"/>
            <a:ext cx="37657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Final Gantt Chart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9064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490" y="82130"/>
            <a:ext cx="3756114" cy="16002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Use Case Diagram</a:t>
            </a:r>
            <a:endParaRPr lang="en-US" sz="4000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226" y="361950"/>
            <a:ext cx="8193722" cy="610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6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24" y="1495787"/>
            <a:ext cx="11211926" cy="5003483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03824" y="566289"/>
            <a:ext cx="4904938" cy="1600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smtClean="0"/>
              <a:t>Architectural Design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08890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03824" y="790575"/>
            <a:ext cx="4559882" cy="1600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smtClean="0"/>
              <a:t>UML Class Models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1276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913" y="171449"/>
            <a:ext cx="3932237" cy="523875"/>
          </a:xfrm>
        </p:spPr>
        <p:txBody>
          <a:bodyPr>
            <a:noAutofit/>
          </a:bodyPr>
          <a:lstStyle/>
          <a:p>
            <a:r>
              <a:rPr lang="en-US" sz="4000" dirty="0" smtClean="0"/>
              <a:t>Activity Diagram</a:t>
            </a:r>
            <a:endParaRPr lang="en-US" sz="4000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762000"/>
            <a:ext cx="11191875" cy="595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47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-561975"/>
            <a:ext cx="4490768" cy="16002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Sequence Diagram</a:t>
            </a:r>
            <a:endParaRPr lang="en-US" sz="4000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1167536"/>
            <a:ext cx="11285220" cy="537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22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Effort </a:t>
            </a:r>
            <a:r>
              <a:rPr lang="en-US" dirty="0" smtClean="0"/>
              <a:t>Expended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Lines of code: Total = 1,824</a:t>
            </a:r>
          </a:p>
          <a:p>
            <a:pPr lvl="1"/>
            <a:r>
              <a:rPr lang="en-US" dirty="0" smtClean="0"/>
              <a:t>Java: 854</a:t>
            </a:r>
          </a:p>
          <a:p>
            <a:pPr lvl="1"/>
            <a:r>
              <a:rPr lang="en-US" dirty="0" smtClean="0"/>
              <a:t>XML: 380</a:t>
            </a:r>
          </a:p>
          <a:p>
            <a:pPr lvl="1"/>
            <a:r>
              <a:rPr lang="en-US" dirty="0" smtClean="0"/>
              <a:t>Text data: 590</a:t>
            </a:r>
          </a:p>
          <a:p>
            <a:r>
              <a:rPr lang="en-US" dirty="0" smtClean="0"/>
              <a:t>9 Java classes, 7 text files, 7 XML layout files, 58 images/icons</a:t>
            </a:r>
          </a:p>
          <a:p>
            <a:r>
              <a:rPr lang="en-US" dirty="0" smtClean="0"/>
              <a:t>17 methods</a:t>
            </a:r>
          </a:p>
          <a:p>
            <a:r>
              <a:rPr lang="en-US" dirty="0" smtClean="0"/>
              <a:t>222 lines of comments!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395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Testing method: Validation</a:t>
            </a:r>
          </a:p>
          <a:p>
            <a:r>
              <a:rPr lang="en-US" dirty="0" smtClean="0"/>
              <a:t>Repeated test phases after each major function was finished</a:t>
            </a:r>
          </a:p>
          <a:p>
            <a:r>
              <a:rPr lang="en-US" dirty="0" smtClean="0"/>
              <a:t>Interesting bugs we had to fix: </a:t>
            </a:r>
          </a:p>
          <a:p>
            <a:pPr lvl="1"/>
            <a:r>
              <a:rPr lang="en-US" dirty="0" smtClean="0"/>
              <a:t>Directions led through the pond</a:t>
            </a:r>
          </a:p>
          <a:p>
            <a:pPr lvl="1"/>
            <a:r>
              <a:rPr lang="en-US" dirty="0" smtClean="0"/>
              <a:t>Could not get directions multiple times in a row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61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Professional, Legal, Ethical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1825625"/>
            <a:ext cx="7433450" cy="4351338"/>
          </a:xfrm>
        </p:spPr>
        <p:txBody>
          <a:bodyPr/>
          <a:lstStyle/>
          <a:p>
            <a:r>
              <a:rPr lang="en-US" dirty="0" smtClean="0"/>
              <a:t>Warns about privacy/location and device access</a:t>
            </a:r>
          </a:p>
          <a:p>
            <a:r>
              <a:rPr lang="en-US" dirty="0" smtClean="0"/>
              <a:t> Did not ask permission to use WAVE bus tracking resources</a:t>
            </a:r>
          </a:p>
          <a:p>
            <a:r>
              <a:rPr lang="en-US" dirty="0" smtClean="0"/>
              <a:t>Not storing login details or user information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851" y="1485106"/>
            <a:ext cx="2830711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275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Lessons Learned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Made several changes to improve code efficiency</a:t>
            </a:r>
          </a:p>
          <a:p>
            <a:r>
              <a:rPr lang="en-US" dirty="0" smtClean="0"/>
              <a:t>Value of reliable team members</a:t>
            </a:r>
          </a:p>
          <a:p>
            <a:r>
              <a:rPr lang="en-US" dirty="0" smtClean="0"/>
              <a:t>Using new tools – Android Studio and Google Maps API</a:t>
            </a:r>
          </a:p>
          <a:p>
            <a:r>
              <a:rPr lang="en-US" dirty="0" smtClean="0"/>
              <a:t>Structured planning and testing process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51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323</Words>
  <Application>Microsoft Office PowerPoint</Application>
  <PresentationFormat>Widescreen</PresentationFormat>
  <Paragraphs>169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</vt:lpstr>
      <vt:lpstr>Corbel</vt:lpstr>
      <vt:lpstr>Times New Roman</vt:lpstr>
      <vt:lpstr>Depth</vt:lpstr>
      <vt:lpstr>PowerPoint Presentation</vt:lpstr>
      <vt:lpstr>The initial problem…</vt:lpstr>
      <vt:lpstr>Work breakdown</vt:lpstr>
      <vt:lpstr>Responsibility Matrix</vt:lpstr>
      <vt:lpstr>PowerPoint Presentation</vt:lpstr>
      <vt:lpstr>Use Case Diagram</vt:lpstr>
      <vt:lpstr>PowerPoint Presentation</vt:lpstr>
      <vt:lpstr>PowerPoint Presentation</vt:lpstr>
      <vt:lpstr>Activity Diagram</vt:lpstr>
      <vt:lpstr>Sequence Diagram</vt:lpstr>
      <vt:lpstr>Effort Expended</vt:lpstr>
      <vt:lpstr>Testing</vt:lpstr>
      <vt:lpstr>Professional, Legal, Ethical Issues</vt:lpstr>
      <vt:lpstr>Lessons Learned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Sierra Cockerill</dc:creator>
  <cp:lastModifiedBy>Sierra Cockerill</cp:lastModifiedBy>
  <cp:revision>11</cp:revision>
  <dcterms:created xsi:type="dcterms:W3CDTF">2016-04-23T19:27:57Z</dcterms:created>
  <dcterms:modified xsi:type="dcterms:W3CDTF">2016-04-23T21:15:22Z</dcterms:modified>
</cp:coreProperties>
</file>