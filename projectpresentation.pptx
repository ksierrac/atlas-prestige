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19FB2-3AAB-4D03-B13A-2960828C78E3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16976-5D93-46E4-A98A-FAD63E4D0EA8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9F4F5-F4D2-4D2A-AB60-88D37ADCB869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BC6CE-6D1E-47E5-8859-F31AC5380EB2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4E7C4-4DA4-404D-9965-B13F2DD7D8BF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FB7AA-4A53-424F-AD41-70827B6504BA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84882-FB12-4BC8-9960-9AD8104D7FAE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BD23-6E54-4D9D-AD88-A2813C73CC25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1A834-4F3C-4AF9-9C74-05EC35A0F292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0C674-7DFC-42FE-B9CD-82963CDB1557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6456F-F47D-4F25-8053-2A695DA0CA7D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C7379-69CC-4837-9905-BEBA22830C8A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B8B7E-8AEE-4F10-BFEE-C999AD004D36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68F3F9-58BC-440B-B37B-805B9055EF92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A53AF-48EA-489D-8260-9DCAB666386A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D02AE-B9A4-47BD-AF8E-97E16144138B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78B-DB02-4362-BCDC-98A55456977C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1CF1133-3259-4C45-BABA-5B62D9C6F78D}" type="datetimeFigureOut">
              <a:rPr lang="en-US" dirty="0"/>
              <a:t>4/23/2016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3028950" y="853835"/>
            <a:ext cx="6055743" cy="3079631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45000"/>
                  <a:lumOff val="55000"/>
                  <a:alpha val="78000"/>
                </a:schemeClr>
              </a:gs>
              <a:gs pos="100000">
                <a:schemeClr val="accent1">
                  <a:lumMod val="30000"/>
                  <a:lumOff val="70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81149" y="4545705"/>
            <a:ext cx="9144000" cy="1763450"/>
          </a:xfrm>
        </p:spPr>
        <p:txBody>
          <a:bodyPr/>
          <a:lstStyle/>
          <a:p>
            <a:r>
              <a:rPr lang="en-US" dirty="0" smtClean="0"/>
              <a:t>Project Manager: Victoria Donelson</a:t>
            </a:r>
          </a:p>
          <a:p>
            <a:r>
              <a:rPr lang="en-US" dirty="0" smtClean="0"/>
              <a:t>Technical Lead: Sierra Cockerill</a:t>
            </a:r>
          </a:p>
          <a:p>
            <a:r>
              <a:rPr lang="en-US" dirty="0" smtClean="0"/>
              <a:t>Quality Assurance: Bryan </a:t>
            </a:r>
            <a:r>
              <a:rPr lang="en-US" dirty="0" err="1" smtClean="0"/>
              <a:t>Silinski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783" y="1121488"/>
            <a:ext cx="4724809" cy="342421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34714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initial problem…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0000" y="2416175"/>
            <a:ext cx="10233800" cy="4351338"/>
          </a:xfrm>
        </p:spPr>
        <p:txBody>
          <a:bodyPr/>
          <a:lstStyle/>
          <a:p>
            <a:r>
              <a:rPr lang="en-US" dirty="0" smtClean="0"/>
              <a:t>No other useful apps for UNCW campus</a:t>
            </a:r>
          </a:p>
          <a:p>
            <a:r>
              <a:rPr lang="en-US" dirty="0" smtClean="0"/>
              <a:t>UNCW information scattered around website</a:t>
            </a:r>
          </a:p>
          <a:p>
            <a:r>
              <a:rPr lang="en-US" dirty="0" smtClean="0"/>
              <a:t>Bus route website is inconvenient</a:t>
            </a:r>
          </a:p>
          <a:p>
            <a:r>
              <a:rPr lang="en-US" dirty="0" smtClean="0"/>
              <a:t>“Interactive” campus map is difficult to use, especially on mobile</a:t>
            </a:r>
          </a:p>
          <a:p>
            <a:r>
              <a:rPr lang="en-US" dirty="0" smtClean="0"/>
              <a:t>Google Maps walking directions are typically inaccurate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924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713" y="295275"/>
            <a:ext cx="3932237" cy="1600200"/>
          </a:xfrm>
        </p:spPr>
        <p:txBody>
          <a:bodyPr/>
          <a:lstStyle/>
          <a:p>
            <a:r>
              <a:rPr lang="en-US" dirty="0" smtClean="0"/>
              <a:t>Work breakdown</a:t>
            </a:r>
            <a:endParaRPr lang="en-US" dirty="0"/>
          </a:p>
        </p:txBody>
      </p:sp>
      <p:pic>
        <p:nvPicPr>
          <p:cNvPr id="5" name="Picture 4" descr="WBS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1950" y="295275"/>
            <a:ext cx="7728585" cy="62826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3794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262760"/>
            <a:ext cx="3932237" cy="1600200"/>
          </a:xfrm>
        </p:spPr>
        <p:txBody>
          <a:bodyPr/>
          <a:lstStyle/>
          <a:p>
            <a:r>
              <a:rPr lang="en-US" dirty="0" smtClean="0"/>
              <a:t>Responsibility Matrix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5435234"/>
              </p:ext>
            </p:extLst>
          </p:nvPr>
        </p:nvGraphicFramePr>
        <p:xfrm>
          <a:off x="5883355" y="262760"/>
          <a:ext cx="4784644" cy="62431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07733"/>
                <a:gridCol w="1034274"/>
                <a:gridCol w="1034274"/>
                <a:gridCol w="908363"/>
              </a:tblGrid>
              <a:tr h="36724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 dirty="0">
                          <a:effectLst/>
                        </a:rPr>
                        <a:t>Task</a:t>
                      </a:r>
                      <a:endParaRPr lang="en-US" sz="1000" kern="1000" dirty="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Sierra Cockerill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Victoria Donelson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Bryan Silinski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Manager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Quality Assurance Lead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Technical Lead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Objective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Scope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Success Criteria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367244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Collaboration with Stakeholders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Work Breakdown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Resources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Responsibility Matrix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GANTT Chart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PERT Chart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Cost Estimation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Risk Plan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Monitoring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Control Mechanisms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Major Software Functions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Use Case Diagrams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Use Case Descriptions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Activity Diagrams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Sequence Diagrams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Requirements Class Models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Prototype Description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Data Dictionary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Limitations and Constraints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Non-functional Requirements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Problems Encountered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Bibliography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Software Design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Implementation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 dirty="0">
                          <a:effectLst/>
                        </a:rPr>
                        <a:t>Testing</a:t>
                      </a:r>
                      <a:endParaRPr lang="en-US" sz="1000" kern="1000" dirty="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 dirty="0">
                          <a:effectLst/>
                        </a:rPr>
                        <a:t>X</a:t>
                      </a:r>
                      <a:endParaRPr lang="en-US" sz="1000" kern="1000" dirty="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9474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09538"/>
            <a:ext cx="6947187" cy="332898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1" y="3506453"/>
            <a:ext cx="6947187" cy="3273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8018" y="504825"/>
            <a:ext cx="2739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Original Gantt Chart</a:t>
            </a:r>
            <a:endParaRPr lang="en-US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1371600" y="3705225"/>
            <a:ext cx="2332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Final Gantt Chart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90645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47625"/>
            <a:ext cx="3932237" cy="1600200"/>
          </a:xfrm>
        </p:spPr>
        <p:txBody>
          <a:bodyPr/>
          <a:lstStyle/>
          <a:p>
            <a:r>
              <a:rPr lang="en-US" dirty="0" smtClean="0"/>
              <a:t>Use Case Diagram</a:t>
            </a:r>
            <a:endParaRPr lang="en-US" dirty="0"/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1" y="361950"/>
            <a:ext cx="8193722" cy="610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69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24" y="1590675"/>
            <a:ext cx="11211926" cy="5003483"/>
          </a:xfrm>
          <a:prstGeom prst="rect">
            <a:avLst/>
          </a:prstGeom>
        </p:spPr>
      </p:pic>
      <p:sp>
        <p:nvSpPr>
          <p:cNvPr id="3" name="Title 1"/>
          <p:cNvSpPr txBox="1">
            <a:spLocks/>
          </p:cNvSpPr>
          <p:nvPr/>
        </p:nvSpPr>
        <p:spPr>
          <a:xfrm>
            <a:off x="503824" y="790575"/>
            <a:ext cx="3932237" cy="1600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 smtClean="0"/>
              <a:t>Architectural Design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08890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/>
          </p:cNvSpPr>
          <p:nvPr/>
        </p:nvSpPr>
        <p:spPr>
          <a:xfrm>
            <a:off x="503824" y="790575"/>
            <a:ext cx="3932237" cy="1600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 smtClean="0"/>
              <a:t>UML Class Models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912769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913" y="171449"/>
            <a:ext cx="3932237" cy="52387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Activity Diagram</a:t>
            </a:r>
            <a:endParaRPr lang="en-US" dirty="0"/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975" y="762000"/>
            <a:ext cx="11191875" cy="5953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476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-561975"/>
            <a:ext cx="3932237" cy="1600200"/>
          </a:xfrm>
        </p:spPr>
        <p:txBody>
          <a:bodyPr/>
          <a:lstStyle/>
          <a:p>
            <a:r>
              <a:rPr lang="en-US" dirty="0" smtClean="0"/>
              <a:t>Sequence Diagram</a:t>
            </a:r>
            <a:endParaRPr lang="en-US" dirty="0"/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1167536"/>
            <a:ext cx="11285220" cy="537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226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0575" y="409574"/>
            <a:ext cx="29146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Effort Expended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31399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Testing method: Validation</a:t>
            </a:r>
          </a:p>
          <a:p>
            <a:r>
              <a:rPr lang="en-US" dirty="0" smtClean="0"/>
              <a:t>Repeated test phases after each major function was finished</a:t>
            </a:r>
          </a:p>
          <a:p>
            <a:r>
              <a:rPr lang="en-US" dirty="0" smtClean="0"/>
              <a:t>Interesting bugs we had to fix: </a:t>
            </a:r>
          </a:p>
          <a:p>
            <a:pPr lvl="1"/>
            <a:r>
              <a:rPr lang="en-US" dirty="0" smtClean="0"/>
              <a:t>Directions led through the pond</a:t>
            </a:r>
          </a:p>
          <a:p>
            <a:pPr lvl="1"/>
            <a:r>
              <a:rPr lang="en-US" dirty="0" smtClean="0"/>
              <a:t>Could not get directions multiple times in a row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3617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Professional, Legal, Ethical Issues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0000" y="1825625"/>
            <a:ext cx="7433450" cy="4351338"/>
          </a:xfrm>
        </p:spPr>
        <p:txBody>
          <a:bodyPr/>
          <a:lstStyle/>
          <a:p>
            <a:r>
              <a:rPr lang="en-US" dirty="0" smtClean="0"/>
              <a:t>Warns about privacy/location and device access</a:t>
            </a:r>
          </a:p>
          <a:p>
            <a:r>
              <a:rPr lang="en-US" dirty="0" smtClean="0"/>
              <a:t> Did not ask permission to use WAVE bus tracking resources</a:t>
            </a:r>
          </a:p>
          <a:p>
            <a:r>
              <a:rPr lang="en-US" dirty="0" smtClean="0"/>
              <a:t>Not storing login details or user information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8851" y="1485106"/>
            <a:ext cx="2830711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756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Lessons Learned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Made several changes to improve code efficiency</a:t>
            </a:r>
          </a:p>
          <a:p>
            <a:r>
              <a:rPr lang="en-US" dirty="0" smtClean="0"/>
              <a:t>Value of reliable team members</a:t>
            </a:r>
          </a:p>
          <a:p>
            <a:r>
              <a:rPr lang="en-US" dirty="0" smtClean="0"/>
              <a:t>Using new tools – Android Studio and Google Maps API</a:t>
            </a:r>
          </a:p>
          <a:p>
            <a:r>
              <a:rPr lang="en-US" dirty="0" smtClean="0"/>
              <a:t>Structured planning and testing process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515337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</TotalTime>
  <Words>284</Words>
  <Application>Microsoft Office PowerPoint</Application>
  <PresentationFormat>Widescreen</PresentationFormat>
  <Paragraphs>162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Cambria</vt:lpstr>
      <vt:lpstr>Corbel</vt:lpstr>
      <vt:lpstr>Times New Roman</vt:lpstr>
      <vt:lpstr>Depth</vt:lpstr>
      <vt:lpstr>PowerPoint Presentation</vt:lpstr>
      <vt:lpstr>The initial problem…</vt:lpstr>
      <vt:lpstr>Work breakdown</vt:lpstr>
      <vt:lpstr>Responsibility Matrix</vt:lpstr>
      <vt:lpstr>PowerPoint Presentation</vt:lpstr>
      <vt:lpstr>Use Case Diagram</vt:lpstr>
      <vt:lpstr>PowerPoint Presentation</vt:lpstr>
      <vt:lpstr>PowerPoint Presentation</vt:lpstr>
      <vt:lpstr>Activity Diagram</vt:lpstr>
      <vt:lpstr>Sequence Diagram</vt:lpstr>
      <vt:lpstr>PowerPoint Presentation</vt:lpstr>
      <vt:lpstr>Testing</vt:lpstr>
      <vt:lpstr>Professional, Legal, Ethical Issues</vt:lpstr>
      <vt:lpstr>Lessons Learned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Sierra Cockerill</dc:creator>
  <cp:lastModifiedBy>Sierra Cockerill</cp:lastModifiedBy>
  <cp:revision>7</cp:revision>
  <dcterms:created xsi:type="dcterms:W3CDTF">2016-04-23T19:27:57Z</dcterms:created>
  <dcterms:modified xsi:type="dcterms:W3CDTF">2016-04-23T20:27:41Z</dcterms:modified>
</cp:coreProperties>
</file>